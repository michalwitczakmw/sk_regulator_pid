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4"/>
  </p:sldMasterIdLst>
  <p:sldIdLst>
    <p:sldId id="256" r:id="rId5"/>
    <p:sldId id="258" r:id="rId6"/>
    <p:sldId id="257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32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06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09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9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27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14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51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937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3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43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207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8975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583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68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978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179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31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5/26/2025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421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24914F-CBB4-17BF-2296-2AE43F24FE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grayscl/>
          </a:blip>
          <a:srcRect t="11750" b="39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FC23C8D4-BD3D-4473-B3D0-89011586B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5000"/>
                </a:schemeClr>
              </a:gs>
              <a:gs pos="100000">
                <a:schemeClr val="bg2">
                  <a:lumMod val="40000"/>
                </a:scheme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A36FD53-F851-D3A3-515C-3CE43B65B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>
            <a:normAutofit/>
          </a:bodyPr>
          <a:lstStyle/>
          <a:p>
            <a:r>
              <a:rPr lang="pl-PL" dirty="0"/>
              <a:t>Projekt Sieci Spotkanie IV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3DEC1A9-7304-2D5A-1CD9-1DF3CD661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>
            <a:normAutofit/>
          </a:bodyPr>
          <a:lstStyle/>
          <a:p>
            <a:r>
              <a:rPr lang="pl-PL"/>
              <a:t>Konrad Szkółka</a:t>
            </a:r>
          </a:p>
          <a:p>
            <a:r>
              <a:rPr lang="pl-PL"/>
              <a:t>Michał Witczak</a:t>
            </a:r>
          </a:p>
        </p:txBody>
      </p:sp>
    </p:spTree>
    <p:extLst>
      <p:ext uri="{BB962C8B-B14F-4D97-AF65-F5344CB8AC3E}">
        <p14:creationId xmlns:p14="http://schemas.microsoft.com/office/powerpoint/2010/main" val="255654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04A74F-82BB-6F01-F0B7-1DE82971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472" y="609600"/>
            <a:ext cx="6340084" cy="1326321"/>
          </a:xfrm>
        </p:spPr>
        <p:txBody>
          <a:bodyPr>
            <a:normAutofit/>
          </a:bodyPr>
          <a:lstStyle/>
          <a:p>
            <a:r>
              <a:rPr lang="pl-PL"/>
              <a:t>UML połączenia sieciowego</a:t>
            </a:r>
            <a:endParaRPr lang="pl-P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3D6190-4203-D6D3-554B-A0B2BFD8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471" y="2096064"/>
            <a:ext cx="6340085" cy="3695136"/>
          </a:xfrm>
        </p:spPr>
        <p:txBody>
          <a:bodyPr>
            <a:normAutofit/>
          </a:bodyPr>
          <a:lstStyle/>
          <a:p>
            <a:r>
              <a:rPr lang="pl-PL" dirty="0" err="1"/>
              <a:t>MyServer</a:t>
            </a:r>
            <a:r>
              <a:rPr lang="pl-PL" dirty="0"/>
              <a:t> jest kompozytem </a:t>
            </a:r>
            <a:r>
              <a:rPr lang="pl-PL" dirty="0" err="1"/>
              <a:t>MainWindow</a:t>
            </a:r>
            <a:r>
              <a:rPr lang="pl-PL" dirty="0"/>
              <a:t>.</a:t>
            </a:r>
            <a:br>
              <a:rPr lang="pl-PL" dirty="0"/>
            </a:br>
            <a:r>
              <a:rPr lang="pl-PL" dirty="0"/>
              <a:t>Metody są połączone poprzez </a:t>
            </a:r>
            <a:r>
              <a:rPr lang="pl-PL" dirty="0" err="1"/>
              <a:t>connect</a:t>
            </a:r>
            <a:r>
              <a:rPr lang="pl-PL" dirty="0"/>
              <a:t>.</a:t>
            </a:r>
          </a:p>
        </p:txBody>
      </p:sp>
      <p:cxnSp>
        <p:nvCxnSpPr>
          <p:cNvPr id="14" name="Straight Connector 11">
            <a:extLst>
              <a:ext uri="{FF2B5EF4-FFF2-40B4-BE49-F238E27FC236}">
                <a16:creationId xmlns:a16="http://schemas.microsoft.com/office/drawing/2014/main" id="{E2A31A05-19BB-4F84-9402-E8569CBDB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6007" y="45720"/>
            <a:ext cx="0" cy="6766560"/>
          </a:xfrm>
          <a:prstGeom prst="line">
            <a:avLst/>
          </a:prstGeom>
          <a:ln w="190500" cap="sq">
            <a:solidFill>
              <a:srgbClr val="FFFFFF"/>
            </a:solidFill>
            <a:miter lim="800000"/>
          </a:ln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az 3">
            <a:extLst>
              <a:ext uri="{FF2B5EF4-FFF2-40B4-BE49-F238E27FC236}">
                <a16:creationId xmlns:a16="http://schemas.microsoft.com/office/drawing/2014/main" id="{9F069C72-9774-EE3E-1A85-D48D2B556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1" y="171776"/>
            <a:ext cx="3257549" cy="659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07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314982-F362-4C75-5D05-85FF9B14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4453"/>
            <a:ext cx="10353761" cy="1326321"/>
          </a:xfrm>
        </p:spPr>
        <p:txBody>
          <a:bodyPr/>
          <a:lstStyle/>
          <a:p>
            <a:r>
              <a:rPr lang="pl-PL" dirty="0" err="1"/>
              <a:t>SerIALIZACJA</a:t>
            </a:r>
            <a:r>
              <a:rPr lang="pl-PL" dirty="0"/>
              <a:t>, </a:t>
            </a:r>
            <a:r>
              <a:rPr lang="pl-PL" dirty="0" err="1"/>
              <a:t>DeSERIALIZACJA</a:t>
            </a:r>
            <a:br>
              <a:rPr lang="pl-PL" dirty="0"/>
            </a:br>
            <a:r>
              <a:rPr lang="pl-PL" dirty="0"/>
              <a:t>I pojedyncza ramka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71FED2C-38EC-7613-7182-F88B4A319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31780051-21EA-46D5-D2E9-23186245F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062" y="1662926"/>
            <a:ext cx="5094154" cy="3702881"/>
          </a:xfrm>
        </p:spPr>
        <p:txBody>
          <a:bodyPr/>
          <a:lstStyle/>
          <a:p>
            <a:r>
              <a:rPr lang="pl-PL" dirty="0"/>
              <a:t>Pojedyncza ramka która służy do zwinięcia kodu który później przetwarzamy na </a:t>
            </a:r>
            <a:r>
              <a:rPr lang="pl-PL" dirty="0" err="1"/>
              <a:t>QByteArray</a:t>
            </a:r>
            <a:r>
              <a:rPr lang="pl-PL" dirty="0"/>
              <a:t> następnie odbierana przez klienta i ponownie przetwarzana.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6C01A60-F871-5F3F-6A39-728ADDF48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4" y="1515039"/>
            <a:ext cx="4590532" cy="254687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27C7E2FD-B6A3-2BF0-157B-C3EDD6554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4061912"/>
            <a:ext cx="7954485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09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564BCF-0022-98B1-B419-798B11BB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Omówienie gubienia pakietów</a:t>
            </a:r>
          </a:p>
        </p:txBody>
      </p:sp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23ED2C69-D1A4-923E-E96F-B3AB987F1D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78025" y="1676399"/>
            <a:ext cx="8432775" cy="4168743"/>
          </a:xfrm>
        </p:spPr>
      </p:pic>
    </p:spTree>
    <p:extLst>
      <p:ext uri="{BB962C8B-B14F-4D97-AF65-F5344CB8AC3E}">
        <p14:creationId xmlns:p14="http://schemas.microsoft.com/office/powerpoint/2010/main" val="289912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3BB2F66053D54C98190C8E8AF96932" ma:contentTypeVersion="6" ma:contentTypeDescription="Utwórz nowy dokument." ma:contentTypeScope="" ma:versionID="ebd8ecdd0dc851b36dd600295f6a7713">
  <xsd:schema xmlns:xsd="http://www.w3.org/2001/XMLSchema" xmlns:xs="http://www.w3.org/2001/XMLSchema" xmlns:p="http://schemas.microsoft.com/office/2006/metadata/properties" xmlns:ns3="f57a5a3b-e9ca-4f69-983c-fd244ac66fd9" targetNamespace="http://schemas.microsoft.com/office/2006/metadata/properties" ma:root="true" ma:fieldsID="1bedb6368983d2ed5ca6f9acdc5321bc" ns3:_="">
    <xsd:import namespace="f57a5a3b-e9ca-4f69-983c-fd244ac66f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a5a3b-e9ca-4f69-983c-fd244ac66f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7a5a3b-e9ca-4f69-983c-fd244ac66fd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44CF65-6C8A-4C68-A143-ED618E7A04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a5a3b-e9ca-4f69-983c-fd244ac66f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F8A989-132E-4892-B96F-55CDFDF5A606}">
  <ds:schemaRefs>
    <ds:schemaRef ds:uri="http://purl.org/dc/terms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f57a5a3b-e9ca-4f69-983c-fd244ac66fd9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464275B-A43B-4452-967D-FF3E9442BD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53</Words>
  <Application>Microsoft Office PowerPoint</Application>
  <PresentationFormat>Panoramiczny</PresentationFormat>
  <Paragraphs>8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9" baseType="lpstr">
      <vt:lpstr>Arial</vt:lpstr>
      <vt:lpstr>Bookman Old Style</vt:lpstr>
      <vt:lpstr>Calibri</vt:lpstr>
      <vt:lpstr>Rockwell</vt:lpstr>
      <vt:lpstr>Damask</vt:lpstr>
      <vt:lpstr>Projekt Sieci Spotkanie IV</vt:lpstr>
      <vt:lpstr>UML połączenia sieciowego</vt:lpstr>
      <vt:lpstr>SerIALIZACJA, DeSERIALIZACJA I pojedyncza ramka</vt:lpstr>
      <vt:lpstr>Omówienie gubienia pakietów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Konrad Szkółka (ks305410)</dc:creator>
  <cp:lastModifiedBy>Konrad Szkółka (ks305410)</cp:lastModifiedBy>
  <cp:revision>5</cp:revision>
  <dcterms:created xsi:type="dcterms:W3CDTF">2025-05-26T07:12:38Z</dcterms:created>
  <dcterms:modified xsi:type="dcterms:W3CDTF">2025-05-26T10:40:39Z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0x0101002B3BB2F66053D54C98190C8E8AF96932</vt:lpwstr>
  </property>
</Properties>
</file>